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10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311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312" r:id="rId27"/>
    <p:sldId id="283" r:id="rId28"/>
    <p:sldId id="284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7" r:id="rId42"/>
    <p:sldId id="308" r:id="rId43"/>
    <p:sldId id="309" r:id="rId4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8" d="100"/>
          <a:sy n="38" d="100"/>
        </p:scale>
        <p:origin x="22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5092" y="9276080"/>
            <a:ext cx="207009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942713"/>
            <a:ext cx="5250180" cy="405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2434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Academic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Session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June-</a:t>
            </a:r>
            <a:r>
              <a:rPr sz="1800" b="1" dirty="0">
                <a:latin typeface="Calibri"/>
                <a:cs typeface="Calibri"/>
              </a:rPr>
              <a:t>Dec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2024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800" dirty="0">
              <a:latin typeface="Calibri"/>
              <a:cs typeface="Calibri"/>
            </a:endParaRPr>
          </a:p>
          <a:p>
            <a:pPr marL="432434" algn="ctr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Laboratory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Manual</a:t>
            </a:r>
            <a:endParaRPr sz="1800" dirty="0">
              <a:latin typeface="Calibri"/>
              <a:cs typeface="Calibri"/>
            </a:endParaRPr>
          </a:p>
          <a:p>
            <a:pPr marL="1769745" marR="5080" indent="-1040130">
              <a:lnSpc>
                <a:spcPct val="146800"/>
              </a:lnSpc>
              <a:spcBef>
                <a:spcPts val="1620"/>
              </a:spcBef>
            </a:pPr>
            <a:r>
              <a:rPr sz="1800" b="1" dirty="0">
                <a:latin typeface="Calibri"/>
                <a:cs typeface="Calibri"/>
              </a:rPr>
              <a:t>Course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Name:-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Fundamentals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Structure </a:t>
            </a:r>
            <a:r>
              <a:rPr sz="1800" b="1" dirty="0">
                <a:latin typeface="Calibri"/>
                <a:cs typeface="Calibri"/>
              </a:rPr>
              <a:t>Course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Code:-</a:t>
            </a:r>
            <a:r>
              <a:rPr sz="1800" b="1" spc="3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BTCS306M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Submitted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To:-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Prof.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Pritesh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Kumar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Jain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Submitted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By:-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lang="en-US" sz="1600" b="1" spc="-25" dirty="0">
                <a:latin typeface="Calibri"/>
                <a:cs typeface="Calibri"/>
              </a:rPr>
              <a:t>Sarthak Gupta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latin typeface="Calibri"/>
                <a:cs typeface="Calibri"/>
              </a:rPr>
              <a:t>Enrollment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No.:-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23100BTAIMLM145</a:t>
            </a:r>
            <a:r>
              <a:rPr lang="en-US" sz="1800" spc="-10" dirty="0">
                <a:latin typeface="Calibri"/>
                <a:cs typeface="Calibri"/>
              </a:rPr>
              <a:t>62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3939" y="1905254"/>
            <a:ext cx="2144394" cy="20516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694045" cy="272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L="1513840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00">
              <a:latin typeface="Arial"/>
              <a:cs typeface="Arial"/>
            </a:endParaRPr>
          </a:p>
          <a:p>
            <a:pPr marL="19907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No.:-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266065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Maximum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Minimum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Elements:-</a:t>
            </a:r>
            <a:endParaRPr sz="1800">
              <a:latin typeface="Calibri"/>
              <a:cs typeface="Calibri"/>
            </a:endParaRPr>
          </a:p>
          <a:p>
            <a:pPr marL="723900" marR="5080" lvl="1" indent="-228600">
              <a:lnSpc>
                <a:spcPct val="110400"/>
              </a:lnSpc>
              <a:spcBef>
                <a:spcPts val="300"/>
              </a:spcBef>
              <a:buSzPct val="112500"/>
              <a:buFont typeface="Symbol"/>
              <a:buChar char=""/>
              <a:tabLst>
                <a:tab pos="723900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maximum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minimum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elements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434"/>
              </a:spcBef>
              <a:buSzPct val="112500"/>
              <a:buFont typeface="Symbol"/>
              <a:buChar char=""/>
              <a:tabLst>
                <a:tab pos="7232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A5A63-319D-87C4-7988-FCB6214EFB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56" y="3276600"/>
            <a:ext cx="6057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746" y="228600"/>
            <a:ext cx="5501640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 dirty="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 dirty="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100" dirty="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50122-93A3-51CA-9479-2E321B07A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6" y="2057400"/>
            <a:ext cx="58674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174" y="1524000"/>
            <a:ext cx="5513705" cy="3282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pc="-10" dirty="0">
                <a:latin typeface="Calibri"/>
                <a:cs typeface="Calibri"/>
              </a:rPr>
              <a:t>Output:-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CF4BC7-1A31-835A-4155-C55D58289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95600"/>
            <a:ext cx="6248400" cy="3732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98569E-776C-AD8A-1FBC-11311ED4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98FB0F-0871-731C-12E9-2E4A1D2DD83C}"/>
              </a:ext>
            </a:extLst>
          </p:cNvPr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7D79A8-AD17-B82E-609A-F8AFFDAC5434}"/>
              </a:ext>
            </a:extLst>
          </p:cNvPr>
          <p:cNvSpPr txBox="1"/>
          <p:nvPr/>
        </p:nvSpPr>
        <p:spPr>
          <a:xfrm>
            <a:off x="1130604" y="2095245"/>
            <a:ext cx="5513705" cy="95440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AutoNum type="arabicPeriod" startAt="2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Reverse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Array:-</a:t>
            </a:r>
            <a:endParaRPr sz="18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50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reverse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array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place.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47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3CD16D4-8B11-7B58-8EFF-0A7B7BBEB6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70FFBA-9844-1A8C-1F02-9FB906BA7C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276600"/>
            <a:ext cx="58293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43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SzPct val="87500"/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DA27A-5E4A-801D-096E-B029B9C020C0}"/>
              </a:ext>
            </a:extLst>
          </p:cNvPr>
          <p:cNvSpPr txBox="1"/>
          <p:nvPr/>
        </p:nvSpPr>
        <p:spPr>
          <a:xfrm>
            <a:off x="838200" y="5897951"/>
            <a:ext cx="388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pc="-10" dirty="0">
                <a:latin typeface="Calibri"/>
                <a:cs typeface="Calibri"/>
              </a:rPr>
              <a:t>Output:-</a:t>
            </a:r>
            <a:endParaRPr lang="en-US" sz="180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E9651-2FDD-B876-2FC6-C0C72C48B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92" y="2111434"/>
            <a:ext cx="5867400" cy="3542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A9E3B-25A2-ED8F-0AE1-EEA1BED68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92" y="6511183"/>
            <a:ext cx="6099809" cy="3133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226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buAutoNum type="arabicPeriod" startAt="3"/>
              <a:tabLst>
                <a:tab pos="266065" algn="l"/>
              </a:tabLst>
            </a:pP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Rotation:-</a:t>
            </a:r>
            <a:endParaRPr sz="1800">
              <a:latin typeface="Calibri"/>
              <a:cs typeface="Calibri"/>
            </a:endParaRPr>
          </a:p>
          <a:p>
            <a:pPr marL="266700" marR="109855" lvl="1" indent="-228600">
              <a:lnSpc>
                <a:spcPct val="111000"/>
              </a:lnSpc>
              <a:spcBef>
                <a:spcPts val="75"/>
              </a:spcBef>
              <a:buFont typeface="Symbol"/>
              <a:buChar char=""/>
              <a:tabLst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rotate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right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left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given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positions.</a:t>
            </a:r>
            <a:endParaRPr sz="1400">
              <a:latin typeface="Calibri"/>
              <a:cs typeface="Calibri"/>
            </a:endParaRPr>
          </a:p>
          <a:p>
            <a:pPr marL="266700" lvl="1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C611E-9F7C-3BE0-BA6C-DF83F8F44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153409"/>
            <a:ext cx="4716304" cy="6288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879" y="1377746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6399657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63E35-9F21-A681-8A05-75563FF95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49" y="2034503"/>
            <a:ext cx="6912101" cy="3842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45D884-6CCF-A2E4-8F04-1FD486B2B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49" y="6956729"/>
            <a:ext cx="6481952" cy="2485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929130"/>
            <a:ext cx="4733925" cy="95376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Elements:-</a:t>
            </a:r>
            <a:endParaRPr sz="18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50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Write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calculate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10" dirty="0">
                <a:latin typeface="Calibri"/>
                <a:cs typeface="Calibri"/>
              </a:rPr>
              <a:t> elements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46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7713F-DD3B-B570-445F-6F5B41160F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372" y="3048000"/>
            <a:ext cx="50292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561457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15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DB7A5-2605-1122-44CC-D98077D47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44470"/>
            <a:ext cx="6759701" cy="3150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C32AE2-6F24-FE2D-E471-725A3634F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572103"/>
            <a:ext cx="6705092" cy="27868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22151"/>
            <a:ext cx="3896995" cy="90296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5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Merge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Sorted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Array.</a:t>
            </a:r>
            <a:endParaRPr sz="18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merge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sorted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27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5092" y="9276080"/>
            <a:ext cx="1689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9E8F9-9FE6-B5C1-DF70-130124E0CA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38" y="3048000"/>
            <a:ext cx="4899556" cy="302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815564-94A2-E596-B6E2-AB3C3038BE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04" y="6091838"/>
            <a:ext cx="5574488" cy="35677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42262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C3C59-3D53-111A-8BD3-8000A9C38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96" y="2178431"/>
            <a:ext cx="6096000" cy="5701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9D113B-F2B3-4366-6EC5-FD3D55AB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EE1B44-4E90-959E-FA94-8E3E02207854}"/>
              </a:ext>
            </a:extLst>
          </p:cNvPr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C8D752-6864-67AC-DA35-D9C4E957D555}"/>
              </a:ext>
            </a:extLst>
          </p:cNvPr>
          <p:cNvSpPr txBox="1"/>
          <p:nvPr/>
        </p:nvSpPr>
        <p:spPr>
          <a:xfrm>
            <a:off x="949036" y="1679323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0A923B4-D637-86F0-A8A9-3AB5937020F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4A8DD5-58C4-6CAD-D239-94AB0210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5"/>
          <a:stretch/>
        </p:blipFill>
        <p:spPr>
          <a:xfrm>
            <a:off x="928254" y="2743200"/>
            <a:ext cx="5638800" cy="309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5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734050" cy="208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L="1513840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buAutoNum type="arabicPeriod" startAt="6"/>
              <a:tabLst>
                <a:tab pos="266065" algn="l"/>
              </a:tabLst>
            </a:pPr>
            <a:r>
              <a:rPr sz="1800" dirty="0">
                <a:latin typeface="Calibri"/>
                <a:cs typeface="Calibri"/>
              </a:rPr>
              <a:t>Check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Duplicate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Elements:-</a:t>
            </a:r>
            <a:endParaRPr sz="1800">
              <a:latin typeface="Calibri"/>
              <a:cs typeface="Calibri"/>
            </a:endParaRPr>
          </a:p>
          <a:p>
            <a:pPr marL="266065" lvl="1" indent="-227965">
              <a:lnSpc>
                <a:spcPct val="100000"/>
              </a:lnSpc>
              <a:spcBef>
                <a:spcPts val="489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check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array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duplicate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elements.</a:t>
            </a:r>
            <a:endParaRPr sz="1400">
              <a:latin typeface="Calibri"/>
              <a:cs typeface="Calibri"/>
            </a:endParaRPr>
          </a:p>
          <a:p>
            <a:pPr marL="266065" lvl="1" indent="-227965">
              <a:lnSpc>
                <a:spcPct val="100000"/>
              </a:lnSpc>
              <a:spcBef>
                <a:spcPts val="480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67182-CDC6-A608-ECC2-2DD846A339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2780982"/>
            <a:ext cx="6927864" cy="6228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935226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6442329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D74D46-E976-8A37-62EF-100CF89F3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"/>
          <a:stretch/>
        </p:blipFill>
        <p:spPr>
          <a:xfrm>
            <a:off x="650656" y="7292767"/>
            <a:ext cx="5715000" cy="1976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96BA9F-7A48-2E62-BC2B-769B89679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11656" b="8170"/>
          <a:stretch/>
        </p:blipFill>
        <p:spPr>
          <a:xfrm>
            <a:off x="426516" y="2570797"/>
            <a:ext cx="68580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60550"/>
            <a:ext cx="5532120" cy="11887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AutoNum type="arabicPeriod" startAt="7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Largest/Smallest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Elements:-</a:t>
            </a:r>
            <a:endParaRPr sz="1800">
              <a:latin typeface="Calibri"/>
              <a:cs typeface="Calibri"/>
            </a:endParaRPr>
          </a:p>
          <a:p>
            <a:pPr marL="240665" marR="5080" lvl="1" indent="-228600">
              <a:lnSpc>
                <a:spcPct val="110400"/>
              </a:lnSpc>
              <a:spcBef>
                <a:spcPts val="30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largest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smallest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unsorted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439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F50C4-A782-03BA-5E73-BB51F32A24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401" y="3137323"/>
            <a:ext cx="52197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846445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C6B23B-B535-5E27-4443-D9C2E3F85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5"/>
          <a:stretch/>
        </p:blipFill>
        <p:spPr>
          <a:xfrm>
            <a:off x="1076987" y="7290210"/>
            <a:ext cx="6096000" cy="1449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3345E-1B4B-62AC-4120-3ABA146EBF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15139" b="14452"/>
          <a:stretch/>
        </p:blipFill>
        <p:spPr>
          <a:xfrm>
            <a:off x="457200" y="2231390"/>
            <a:ext cx="6858000" cy="30782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27021"/>
            <a:ext cx="5685790" cy="11887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Count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Element:-</a:t>
            </a:r>
            <a:endParaRPr sz="1800">
              <a:latin typeface="Calibri"/>
              <a:cs typeface="Calibri"/>
            </a:endParaRPr>
          </a:p>
          <a:p>
            <a:pPr marL="240665" marR="5080" lvl="1" indent="-228600">
              <a:lnSpc>
                <a:spcPct val="110400"/>
              </a:lnSpc>
              <a:spcBef>
                <a:spcPts val="30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frequency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element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display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439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C3239-9802-228D-63DC-315211B05D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37" y="3253740"/>
            <a:ext cx="47625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6143625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19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F27546-9DD1-D630-E108-E07F41CA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96" y="6460111"/>
            <a:ext cx="5943600" cy="3219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7FB73-EDE4-CFF2-4810-6DF541B4D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6" t="13399" b="8169"/>
          <a:stretch/>
        </p:blipFill>
        <p:spPr>
          <a:xfrm>
            <a:off x="331368" y="2437787"/>
            <a:ext cx="704829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22151"/>
            <a:ext cx="5725795" cy="11366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SzPct val="88888"/>
              <a:buAutoNum type="arabicPeriod" startAt="9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Finding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Number:-</a:t>
            </a:r>
            <a:endParaRPr sz="1800">
              <a:latin typeface="Calibri"/>
              <a:cs typeface="Calibri"/>
            </a:endParaRPr>
          </a:p>
          <a:p>
            <a:pPr marL="240665" marR="5080" lvl="1" indent="-228600">
              <a:lnSpc>
                <a:spcPct val="111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array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integer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missing,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write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number.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5092" y="9276080"/>
            <a:ext cx="1689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latin typeface="Calibri"/>
                <a:cs typeface="Calibri"/>
              </a:rPr>
              <a:t>20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E57C8-9675-D097-0AE2-44C631AA2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3230457"/>
            <a:ext cx="47625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75789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9876" y="6054520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AB4BA-5BA9-9B85-9350-C397F0527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15"/>
          <a:stretch/>
        </p:blipFill>
        <p:spPr>
          <a:xfrm>
            <a:off x="609600" y="7010400"/>
            <a:ext cx="6423040" cy="2036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549D1-DC70-6943-41E4-1075C986BE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3" t="13399"/>
          <a:stretch/>
        </p:blipFill>
        <p:spPr>
          <a:xfrm>
            <a:off x="521664" y="2408056"/>
            <a:ext cx="6667704" cy="37861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34183"/>
            <a:ext cx="5518785" cy="11029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340"/>
              </a:spcBef>
              <a:buAutoNum type="arabicPeriod" startAt="10"/>
              <a:tabLst>
                <a:tab pos="697865" algn="l"/>
              </a:tabLst>
            </a:pPr>
            <a:r>
              <a:rPr sz="1800" spc="-10" dirty="0">
                <a:latin typeface="Calibri"/>
                <a:cs typeface="Calibri"/>
              </a:rPr>
              <a:t>Remove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Duplicates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Sorted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Array:-</a:t>
            </a:r>
            <a:endParaRPr sz="1800">
              <a:latin typeface="Calibri"/>
              <a:cs typeface="Calibri"/>
            </a:endParaRPr>
          </a:p>
          <a:p>
            <a:pPr marL="240665" marR="5080" lvl="1" indent="-228600">
              <a:lnSpc>
                <a:spcPct val="111000"/>
              </a:lnSpc>
              <a:spcBef>
                <a:spcPts val="5"/>
              </a:spcBef>
              <a:buSzPct val="87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remove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duplicate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sorted </a:t>
            </a:r>
            <a:r>
              <a:rPr sz="1400" dirty="0">
                <a:latin typeface="Calibri"/>
                <a:cs typeface="Calibri"/>
              </a:rPr>
              <a:t>array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return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length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135"/>
              </a:spcBef>
              <a:buSzPct val="87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Theory:-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136F9-A888-F974-C622-2563539C9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36" y="3200400"/>
            <a:ext cx="5290236" cy="66035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42262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6471285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91C951-9BD1-A87A-BB78-546474D8F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5"/>
          <a:stretch/>
        </p:blipFill>
        <p:spPr>
          <a:xfrm>
            <a:off x="914463" y="2362109"/>
            <a:ext cx="5943474" cy="3624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7426E8-E40D-CEFF-2925-64A87D7606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4"/>
          <a:stretch/>
        </p:blipFill>
        <p:spPr>
          <a:xfrm>
            <a:off x="775880" y="7374467"/>
            <a:ext cx="5929212" cy="22377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36166"/>
            <a:ext cx="6108396" cy="144655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1120"/>
              </a:spcBef>
            </a:pP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No.:-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02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800" dirty="0">
                <a:latin typeface="Calibri"/>
                <a:cs typeface="Calibri"/>
              </a:rPr>
              <a:t>1. </a:t>
            </a:r>
            <a:r>
              <a:rPr lang="en-IN" spc="-10" dirty="0">
                <a:latin typeface="Calibri"/>
                <a:cs typeface="Calibri"/>
              </a:rPr>
              <a:t>Perform all possible operations on linked list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lang="en-IN" sz="1400" spc="-20" dirty="0">
                <a:latin typeface="Calibri"/>
                <a:cs typeface="Calibri"/>
              </a:rPr>
              <a:t>perform operation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E3A8E-2662-51A3-2A7A-27FC6D7AF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5" t="13399"/>
          <a:stretch/>
        </p:blipFill>
        <p:spPr>
          <a:xfrm>
            <a:off x="990600" y="3557365"/>
            <a:ext cx="5921501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A0C04-6A78-9AC9-8572-247C3EF64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31" y="1220766"/>
            <a:ext cx="5836669" cy="4121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7D93A9-E4A7-675E-0984-9B2C1F7A5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08" y="5448249"/>
            <a:ext cx="5913728" cy="41912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39364A-DBAE-D580-0E0C-28BB6770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52F348-FCAB-8D35-A47A-55D28F6D9CC2}"/>
              </a:ext>
            </a:extLst>
          </p:cNvPr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8A23CD5-E0C7-92F7-2DF9-14B2DBCF92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25862-96AD-A21F-8ECE-50530B260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56435"/>
            <a:ext cx="7010400" cy="3747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3DD87-29F1-3DCC-024A-CDF2D2C51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257800"/>
            <a:ext cx="7277100" cy="449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84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817D8-9FD5-9A1B-7C2B-DC7D4E16CE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8"/>
          <a:stretch/>
        </p:blipFill>
        <p:spPr>
          <a:xfrm>
            <a:off x="457200" y="1676400"/>
            <a:ext cx="685800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D2D21-344A-CAC9-ED56-E089C2A2D6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4"/>
          <a:stretch/>
        </p:blipFill>
        <p:spPr>
          <a:xfrm>
            <a:off x="457200" y="5486400"/>
            <a:ext cx="685800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208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 dirty="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 dirty="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29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C2113-8ABF-AAC1-F463-7E0C9EDC4F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6"/>
          <a:stretch/>
        </p:blipFill>
        <p:spPr>
          <a:xfrm>
            <a:off x="76200" y="1905000"/>
            <a:ext cx="7620000" cy="4219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683885" cy="268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L="1513840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339725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Practical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No.:-</a:t>
            </a:r>
            <a:r>
              <a:rPr sz="1800" spc="-25" dirty="0">
                <a:latin typeface="Calibri"/>
                <a:cs typeface="Calibri"/>
              </a:rPr>
              <a:t> 03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stack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array:-</a:t>
            </a:r>
            <a:endParaRPr sz="18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500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implementation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stack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array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input:-</a:t>
            </a:r>
            <a:endParaRPr sz="14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475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39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E5CA7-353B-A50F-0835-82B7ECC4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13399"/>
          <a:stretch/>
        </p:blipFill>
        <p:spPr>
          <a:xfrm>
            <a:off x="457200" y="3429000"/>
            <a:ext cx="6858000" cy="5847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5092" y="9276080"/>
            <a:ext cx="1689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latin typeface="Calibri"/>
                <a:cs typeface="Calibri"/>
              </a:rPr>
              <a:t>40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C4E31D-4B41-F672-2415-B16A1CB4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02" y="1447800"/>
            <a:ext cx="6156198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914" y="1263361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5965C-25B2-107F-643F-AC4557E8A3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8"/>
          <a:stretch/>
        </p:blipFill>
        <p:spPr>
          <a:xfrm>
            <a:off x="602034" y="1981199"/>
            <a:ext cx="6667935" cy="326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369BA-511A-1B3E-AEFD-1C5D8CFF98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/>
          <a:stretch/>
        </p:blipFill>
        <p:spPr>
          <a:xfrm>
            <a:off x="602034" y="5697798"/>
            <a:ext cx="6896535" cy="42272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226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2.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stack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list:-</a:t>
            </a:r>
            <a:endParaRPr sz="1800">
              <a:latin typeface="Calibri"/>
              <a:cs typeface="Calibri"/>
            </a:endParaRPr>
          </a:p>
          <a:p>
            <a:pPr marL="266700" marR="95250" indent="-228600">
              <a:lnSpc>
                <a:spcPct val="111000"/>
              </a:lnSpc>
              <a:spcBef>
                <a:spcPts val="75"/>
              </a:spcBef>
              <a:buFont typeface="Symbol"/>
              <a:buChar char=""/>
              <a:tabLst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progam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stack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linked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list </a:t>
            </a:r>
            <a:r>
              <a:rPr sz="1400" spc="-10" dirty="0">
                <a:latin typeface="Calibri"/>
                <a:cs typeface="Calibri"/>
              </a:rPr>
              <a:t>inputs:-</a:t>
            </a:r>
            <a:endParaRPr sz="1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7D116-284B-5493-AE3C-0EFD43AEB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5" t="11656"/>
          <a:stretch/>
        </p:blipFill>
        <p:spPr>
          <a:xfrm>
            <a:off x="914400" y="3048000"/>
            <a:ext cx="6302501" cy="5923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97E98-813E-F4F6-C3BE-AF3282477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693420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D9463-4487-95AF-142C-4B886B315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"/>
          <a:stretch/>
        </p:blipFill>
        <p:spPr>
          <a:xfrm>
            <a:off x="685800" y="2438400"/>
            <a:ext cx="66294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00">
              <a:latin typeface="Arial"/>
              <a:cs typeface="Arial"/>
            </a:endParaRPr>
          </a:p>
          <a:p>
            <a:pPr marL="1993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Practical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No.:-</a:t>
            </a:r>
            <a:r>
              <a:rPr sz="1800" spc="-25" dirty="0">
                <a:latin typeface="Calibri"/>
                <a:cs typeface="Calibri"/>
              </a:rPr>
              <a:t> 04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020"/>
              </a:spcBef>
            </a:pPr>
            <a:r>
              <a:rPr sz="1800" dirty="0">
                <a:latin typeface="Calibri"/>
                <a:cs typeface="Calibri"/>
              </a:rPr>
              <a:t>1.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queue.</a:t>
            </a:r>
            <a:endParaRPr sz="18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500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queue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465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DFB7F-2937-A86A-7F87-F85CF480A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3" t="11656"/>
          <a:stretch/>
        </p:blipFill>
        <p:spPr>
          <a:xfrm>
            <a:off x="826432" y="3048000"/>
            <a:ext cx="6667704" cy="639381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185029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1152E0-D0E0-EBD1-3F65-8869A6D58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" y="1338072"/>
            <a:ext cx="7286625" cy="353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9103D2-246E-736D-08EF-8F91690A93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4"/>
          <a:stretch/>
        </p:blipFill>
        <p:spPr>
          <a:xfrm>
            <a:off x="242887" y="5943600"/>
            <a:ext cx="7286625" cy="38053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606415" cy="208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L="1513840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buAutoNum type="arabicPeriod" startAt="2"/>
              <a:tabLst>
                <a:tab pos="266065" algn="l"/>
              </a:tabLst>
            </a:pPr>
            <a:r>
              <a:rPr sz="1800" dirty="0">
                <a:latin typeface="Calibri"/>
                <a:cs typeface="Calibri"/>
              </a:rPr>
              <a:t>Linked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queue.</a:t>
            </a:r>
            <a:endParaRPr sz="1800">
              <a:latin typeface="Calibri"/>
              <a:cs typeface="Calibri"/>
            </a:endParaRPr>
          </a:p>
          <a:p>
            <a:pPr marL="266065" lvl="1" indent="-227965">
              <a:lnSpc>
                <a:spcPct val="100000"/>
              </a:lnSpc>
              <a:spcBef>
                <a:spcPts val="489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queue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linked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list.</a:t>
            </a:r>
            <a:endParaRPr sz="1400">
              <a:latin typeface="Calibri"/>
              <a:cs typeface="Calibri"/>
            </a:endParaRPr>
          </a:p>
          <a:p>
            <a:pPr marL="266065" lvl="1" indent="-227965">
              <a:lnSpc>
                <a:spcPct val="100000"/>
              </a:lnSpc>
              <a:spcBef>
                <a:spcPts val="480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BB161-8F0A-306F-032C-D06491C2E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3" t="11656"/>
          <a:stretch/>
        </p:blipFill>
        <p:spPr>
          <a:xfrm>
            <a:off x="446969" y="2971800"/>
            <a:ext cx="7020631" cy="6304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69AE9-15DD-1D1F-ABB4-F64B7A29C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01" y="1260891"/>
            <a:ext cx="6477000" cy="3971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1108B2-4760-7D13-6F24-36789B56F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5562600"/>
            <a:ext cx="6477000" cy="420971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49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B24AC3-AA49-0489-7189-BAE54D181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54" y="1752600"/>
            <a:ext cx="6476492" cy="6019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05092" y="9276080"/>
            <a:ext cx="1689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latin typeface="Calibri"/>
                <a:cs typeface="Calibri"/>
              </a:rPr>
              <a:t>50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04696" y="429260"/>
            <a:ext cx="5501640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Arial"/>
              <a:cs typeface="Arial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700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5BCAD-D7B5-951C-3EF5-1AED97C32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/>
        </p:blipFill>
        <p:spPr>
          <a:xfrm>
            <a:off x="609599" y="2438400"/>
            <a:ext cx="6580139" cy="71907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289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221932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No.:-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05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opertation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tree.</a:t>
            </a:r>
            <a:endParaRPr sz="1800">
              <a:latin typeface="Calibri"/>
              <a:cs typeface="Calibri"/>
            </a:endParaRPr>
          </a:p>
          <a:p>
            <a:pPr marL="266700" marR="337820" indent="-228600">
              <a:lnSpc>
                <a:spcPct val="110600"/>
              </a:lnSpc>
              <a:spcBef>
                <a:spcPts val="95"/>
              </a:spcBef>
              <a:buFont typeface="Symbol"/>
              <a:buChar char=""/>
              <a:tabLst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Aim:-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construct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binar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tree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 deletion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traversal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it.</a:t>
            </a:r>
            <a:endParaRPr sz="14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434"/>
              </a:spcBef>
              <a:buSzPct val="112500"/>
              <a:buFont typeface="Symbol"/>
              <a:buChar char=""/>
              <a:tabLst>
                <a:tab pos="266065" algn="l"/>
              </a:tabLst>
            </a:pPr>
            <a:r>
              <a:rPr sz="1600" spc="-10" dirty="0">
                <a:latin typeface="Calibri"/>
                <a:cs typeface="Calibri"/>
              </a:rPr>
              <a:t>Input:-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52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3EBB1-92A1-2FAF-6735-B2E8BC669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4" t="14822"/>
          <a:stretch/>
        </p:blipFill>
        <p:spPr>
          <a:xfrm>
            <a:off x="254127" y="3491229"/>
            <a:ext cx="7314649" cy="57217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53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517A8-24F0-09F6-31FC-670177AB3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6705600" cy="358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0EF73B-85CA-3D8F-1CB0-28578626D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5875838"/>
            <a:ext cx="6781800" cy="375330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429260"/>
            <a:ext cx="55016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Shri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Vaishnav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Vidhyapeeth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Vishwavidayalaya</a:t>
            </a:r>
            <a:endParaRPr sz="200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Shri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Vaishnav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Institute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Technology</a:t>
            </a:r>
            <a:endParaRPr sz="1800">
              <a:latin typeface="Arial"/>
              <a:cs typeface="Arial"/>
            </a:endParaRPr>
          </a:p>
          <a:p>
            <a:pPr marR="219710" algn="ctr">
              <a:lnSpc>
                <a:spcPct val="100000"/>
              </a:lnSpc>
              <a:spcBef>
                <a:spcPts val="115"/>
              </a:spcBef>
            </a:pPr>
            <a:r>
              <a:rPr sz="1100" b="1" spc="-10" dirty="0">
                <a:latin typeface="Arial"/>
                <a:cs typeface="Arial"/>
              </a:rPr>
              <a:t>Indore-</a:t>
            </a:r>
            <a:r>
              <a:rPr sz="1100" b="1" dirty="0">
                <a:latin typeface="Arial"/>
                <a:cs typeface="Arial"/>
              </a:rPr>
              <a:t>Ujjain Road, </a:t>
            </a:r>
            <a:r>
              <a:rPr sz="1100" b="1" spc="-10" dirty="0">
                <a:latin typeface="Arial"/>
                <a:cs typeface="Arial"/>
              </a:rPr>
              <a:t>Indore-453111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935226"/>
            <a:ext cx="962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sz="1600" spc="-10" dirty="0">
                <a:latin typeface="Calibri"/>
                <a:cs typeface="Calibri"/>
              </a:rPr>
              <a:t>Output:-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25" dirty="0"/>
              <a:t>54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09AAF-2F6A-5D8B-710F-4BE1D1D83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4"/>
          <a:stretch/>
        </p:blipFill>
        <p:spPr>
          <a:xfrm>
            <a:off x="609600" y="2667000"/>
            <a:ext cx="6302501" cy="69621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1141</Words>
  <Application>Microsoft Office PowerPoint</Application>
  <PresentationFormat>Custom</PresentationFormat>
  <Paragraphs>292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disha mavliya</dc:creator>
  <cp:lastModifiedBy>Sonal jamliya</cp:lastModifiedBy>
  <cp:revision>10</cp:revision>
  <dcterms:created xsi:type="dcterms:W3CDTF">2024-11-28T04:47:31Z</dcterms:created>
  <dcterms:modified xsi:type="dcterms:W3CDTF">2024-11-28T16:50:08Z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2024-11-28T00:00:00Z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2024-11-28T00:00:00Z</vt:filetime>
  </property>
  <property fmtid="{D5CDD505-2E9C-101B-9397-08002B2CF9AE}" pid="5" name="Producer">
    <vt:lpwstr>Microsoft® Word 2021</vt:lpwstr>
  </property>
</Properties>
</file>